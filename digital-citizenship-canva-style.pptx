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5b158002a04500" /><Relationship Type="http://schemas.openxmlformats.org/officeDocument/2006/relationships/extended-properties" Target="/docProps/app.xml" Id="R58a5214ba2f447de" /><Relationship Type="http://schemas.openxmlformats.org/officeDocument/2006/relationships/officeDocument" Target="/ppt/presentation.xml" Id="Rc2d8d04842ca4b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0555bbab8540cc"/>
  </p:sldMasterIdLst>
  <p:notesMasterIdLst>
    <p:notesMasterId xmlns:r="http://schemas.openxmlformats.org/officeDocument/2006/relationships" r:id="R5caeb223c0c44436"/>
  </p:notesMasterIdLst>
  <p:sldIdLst>
    <p:sldId xmlns:r="http://schemas.openxmlformats.org/officeDocument/2006/relationships" id="256" r:id="Re13489e26ca14087"/>
    <p:sldId xmlns:r="http://schemas.openxmlformats.org/officeDocument/2006/relationships" id="257" r:id="R44968650cf7a4f92"/>
    <p:sldId xmlns:r="http://schemas.openxmlformats.org/officeDocument/2006/relationships" id="258" r:id="Rfea5058999fe4f73"/>
    <p:sldId xmlns:r="http://schemas.openxmlformats.org/officeDocument/2006/relationships" id="259" r:id="R7ac8cab1e7a34898"/>
    <p:sldId xmlns:r="http://schemas.openxmlformats.org/officeDocument/2006/relationships" id="260" r:id="R5cfa219b694340f5"/>
    <p:sldId xmlns:r="http://schemas.openxmlformats.org/officeDocument/2006/relationships" id="261" r:id="Rc89cb9c9349e42a5"/>
    <p:sldId xmlns:r="http://schemas.openxmlformats.org/officeDocument/2006/relationships" id="262" r:id="Rfe407df2dad64143"/>
    <p:sldId xmlns:r="http://schemas.openxmlformats.org/officeDocument/2006/relationships" id="263" r:id="Rdd8f096571ba46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0555bbab8540cc" /><Relationship Type="http://schemas.openxmlformats.org/officeDocument/2006/relationships/theme" Target="/ppt/theme/theme1.xml" Id="R1ba7ef0bfbd74108" /><Relationship Type="http://schemas.openxmlformats.org/officeDocument/2006/relationships/notesMaster" Target="/ppt/notesMasters/notesMaster1.xml" Id="R5caeb223c0c44436" /><Relationship Type="http://schemas.openxmlformats.org/officeDocument/2006/relationships/presProps" Target="/ppt/presProps.xml" Id="Rf432e6adb175477b" /><Relationship Type="http://schemas.openxmlformats.org/officeDocument/2006/relationships/viewProps" Target="/ppt/viewProps.xml" Id="R04fde64056f441bc" /><Relationship Type="http://schemas.openxmlformats.org/officeDocument/2006/relationships/tableStyles" Target="/ppt/tableStyles.xml" Id="R1e67383f447f484e" /><Relationship Type="http://schemas.openxmlformats.org/officeDocument/2006/relationships/slide" Target="/ppt/slides/slide1.xml" Id="Re13489e26ca14087" /><Relationship Type="http://schemas.openxmlformats.org/officeDocument/2006/relationships/slide" Target="/ppt/slides/slide2.xml" Id="R44968650cf7a4f92" /><Relationship Type="http://schemas.openxmlformats.org/officeDocument/2006/relationships/slide" Target="/ppt/slides/slide3.xml" Id="Rfea5058999fe4f73" /><Relationship Type="http://schemas.openxmlformats.org/officeDocument/2006/relationships/slide" Target="/ppt/slides/slide4.xml" Id="R7ac8cab1e7a34898" /><Relationship Type="http://schemas.openxmlformats.org/officeDocument/2006/relationships/slide" Target="/ppt/slides/slide5.xml" Id="R5cfa219b694340f5" /><Relationship Type="http://schemas.openxmlformats.org/officeDocument/2006/relationships/slide" Target="/ppt/slides/slide6.xml" Id="Rc89cb9c9349e42a5" /><Relationship Type="http://schemas.openxmlformats.org/officeDocument/2006/relationships/slide" Target="/ppt/slides/slide7.xml" Id="Rfe407df2dad64143" /><Relationship Type="http://schemas.openxmlformats.org/officeDocument/2006/relationships/slide" Target="/ppt/slides/slide8.xml" Id="Rdd8f096571ba46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ecf55e246374c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08abdb375b46c7" /><Relationship Type="http://schemas.openxmlformats.org/officeDocument/2006/relationships/notesMaster" Target="/ppt/notesMasters/notesMaster1.xml" Id="R6b8f2e5127d84d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ac6dd98b044e8f" /><Relationship Type="http://schemas.openxmlformats.org/officeDocument/2006/relationships/notesMaster" Target="/ppt/notesMasters/notesMaster1.xml" Id="Rea68eb6ea59346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135d9708fe43c5" /><Relationship Type="http://schemas.openxmlformats.org/officeDocument/2006/relationships/notesMaster" Target="/ppt/notesMasters/notesMaster1.xml" Id="Raaf388d80e904b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42213b09944a48" /><Relationship Type="http://schemas.openxmlformats.org/officeDocument/2006/relationships/notesMaster" Target="/ppt/notesMasters/notesMaster1.xml" Id="Rb9c2764904f347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55df7e6fd2476f" /><Relationship Type="http://schemas.openxmlformats.org/officeDocument/2006/relationships/notesMaster" Target="/ppt/notesMasters/notesMaster1.xml" Id="Rdbb6d88dba6745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c07ad455804b6d" /><Relationship Type="http://schemas.openxmlformats.org/officeDocument/2006/relationships/notesMaster" Target="/ppt/notesMasters/notesMaster1.xml" Id="R3e515aff72f246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9b4f420a3e4384" /><Relationship Type="http://schemas.openxmlformats.org/officeDocument/2006/relationships/notesMaster" Target="/ppt/notesMasters/notesMaster1.xml" Id="R2f991dadb80c4a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af9594c81a4f9b" /><Relationship Type="http://schemas.openxmlformats.org/officeDocument/2006/relationships/notesMaster" Target="/ppt/notesMasters/notesMaster1.xml" Id="R93a1842b366540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1985445fe45f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eb18a0bbc884991" /><Relationship Type="http://schemas.openxmlformats.org/officeDocument/2006/relationships/slideLayout" Target="/ppt/slideLayouts/slideLayout2.xml" Id="R77c5cf3a4c4a4a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c5cf3a4c4a4a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b559d80caf4985" /><Relationship Type="http://schemas.openxmlformats.org/officeDocument/2006/relationships/notesSlide" Target="/ppt/notesSlides/notesSlide1.xml" Id="Raf1b1dbcefd644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4ae4f056e74172" /><Relationship Type="http://schemas.openxmlformats.org/officeDocument/2006/relationships/notesSlide" Target="/ppt/notesSlides/notesSlide2.xml" Id="Rb1c2be978efa42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e38f832e2748ac" /><Relationship Type="http://schemas.openxmlformats.org/officeDocument/2006/relationships/notesSlide" Target="/ppt/notesSlides/notesSlide3.xml" Id="Rb07091b0a03a48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0e383dcc2a48ef" /><Relationship Type="http://schemas.openxmlformats.org/officeDocument/2006/relationships/notesSlide" Target="/ppt/notesSlides/notesSlide4.xml" Id="R3d91e4b3962749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35dba736024c99" /><Relationship Type="http://schemas.openxmlformats.org/officeDocument/2006/relationships/notesSlide" Target="/ppt/notesSlides/notesSlide5.xml" Id="Rb5e81c483ad846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5fc37373bb4ac4" /><Relationship Type="http://schemas.openxmlformats.org/officeDocument/2006/relationships/notesSlide" Target="/ppt/notesSlides/notesSlide6.xml" Id="Rdd4e579cf5e34c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f5d5f0815c40fa" /><Relationship Type="http://schemas.openxmlformats.org/officeDocument/2006/relationships/notesSlide" Target="/ppt/notesSlides/notesSlide7.xml" Id="Rba7fc918b4ce41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155f4c34aa4f7d" /><Relationship Type="http://schemas.openxmlformats.org/officeDocument/2006/relationships/notesSlide" Target="/ppt/notesSlides/notesSlide8.xml" Id="Raa3090ab39ee4f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5D095F-2A69-4C8D-8C20-CA456F67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E69D4-BB1C-43F4-9A3A-7D34CFA6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2B4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015C6-0950-463A-8ECF-1035A87E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6A">
              <a:alpha val="1176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A3652-1076-4561-A753-4A0143F5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85725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B95DA-AC32-4768-B6A8-5B031B2F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619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4895C-DF96-4FED-B7F0-6E40655D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52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C91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C91E6"/>
                </a:solidFill>
                <a:latin typeface="Aptos"/>
                <a:ea typeface="Aptos"/>
                <a:cs typeface="Aptos"/>
              </a:rPr>
              <a:t>MEDIA ETHICS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75497-C2F3-45C9-AC81-8F9D0B41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09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디지털 시민의식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A8FDF-6CE4-4DB7-A917-EC1EB183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628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온라인에서도 서로를 존중하고,</a:t>
            </a:r>
          </a:p>
          <a:p xmlns:a="http://schemas.openxmlformats.org/drawingml/2006/main">
            <a:pPr algn="l">
              <a:defRPr sz="18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책임 있게 참여하는 태도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6A329-5C76-4AA8-9CAF-3E7A4B3B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76350"/>
            <a:ext cx="3524250" cy="3905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307BC-55BD-4F46-8BED-7F547FA2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907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91E6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BCC88-7C5A-477D-BF5D-2137423E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2B4">
              <a:alpha val="2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EA0BC-7C0E-46CB-9D38-FA547F70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2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11158-9BFF-4EE9-9C2E-B6D3DABA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243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Respect</a:t>
            </a:r>
          </a:p>
          <a:p xmlns:a="http://schemas.openxmlformats.org/drawingml/2006/main">
            <a:pPr algn="ctr">
              <a:defRPr sz="180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Responsibility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963F8-A5BD-4493-B7FD-494F9020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Digital Citizenship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F648F-1C8B-4E55-8140-7D5691AA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037184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6B5194-6FEA-418B-8A19-70D6235E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D7D79-F95C-42D1-86B5-0C0B7299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91E6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FDA5B-C3E5-4912-8C55-A0CB99C0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6A">
              <a:alpha val="1176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E5AED-DD55-4178-88DD-C1DDB129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85725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9C7F7BE-41AC-4250-87AE-F94E7E03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464DA70-771A-46D0-822D-6CE9F2D1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C91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C91E6"/>
                </a:solidFill>
                <a:latin typeface="Aptos"/>
                <a:ea typeface="Aptos"/>
                <a:cs typeface="Aptos"/>
              </a:rPr>
              <a:t>01 DEFINE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70A5F-2628-40E4-AE89-393CDDA9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디지털 시민의식은 온라인 인성과 참여 역량을 함께 뜻합니다.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53112-82D3-40AC-B425-70D9F69A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기술을 잘 쓰는 것만이 아니라, 바르게 쓰는 태도가 핵심입니다.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4B74A-2698-4C07-B2A7-C26E4996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9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0AAC7-0F95-40CF-94D5-0A4E89FF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3153"/>
                </a:solidFill>
                <a:latin typeface="Aptos"/>
                <a:ea typeface="Aptos"/>
                <a:cs typeface="Aptos"/>
              </a:rPr>
              <a:t>온라인 공간에서도 현실과 같은 예절과 책임이 필요합니다.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D3B44-9D5F-4342-B39E-D71170D2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9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5165D-5D6A-4E57-948A-33E72E2F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3153"/>
                </a:solidFill>
                <a:latin typeface="Aptos"/>
                <a:ea typeface="Aptos"/>
                <a:cs typeface="Aptos"/>
              </a:rPr>
              <a:t>정보를 비판적으로 판단하고, 허위 정보에 흔들리지 않아야 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D998C-B4A4-4E07-B68B-0A0FC99F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9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0B4D0-A50D-4053-BEE1-A02B6584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15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3153"/>
                </a:solidFill>
                <a:latin typeface="Aptos"/>
                <a:ea typeface="Aptos"/>
                <a:cs typeface="Aptos"/>
              </a:rPr>
              <a:t>개인정보와 보안을 스스로 지킬 줄 알아야 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782F7-A042-40A2-8C80-F7A816C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3905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6A825-0FF9-4CB6-ABFA-A073DD33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3429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D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A47EF-C5D1-4E4F-9806-FFB22046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3524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한 문장 정의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791C8-7ADE-4606-8DCB-5B8CBB15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3524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디지털 시민의식은 디지털 환경에서 권리와 의무를 이해하고, 타인과 공동체를 존중하며, 안전하고 책임 있게 행동하는 시민의 태도입니다.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EC6461-CBE9-4317-8109-33CC91AC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Digital Citizenship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ED39D-47C5-43A4-ABD0-4681ECD4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865615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1AB730-BE5B-4D7E-9FDE-90EDD8D4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17AF1-06CB-46AC-931F-A4404328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47294-9B6C-4C23-A986-64AA12FD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6A">
              <a:alpha val="1176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2C3FD-E70A-4B1F-94F8-F6DF1FF2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85725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D3BC86F-E9B5-4A80-B663-304FB5EF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5D9BD7-2C93-4B18-9645-805D712A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C91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C91E6"/>
                </a:solidFill>
                <a:latin typeface="Aptos"/>
                <a:ea typeface="Aptos"/>
                <a:cs typeface="Aptos"/>
              </a:rPr>
              <a:t>02 WHY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0E180-0320-4E9B-9F29-CCDEAFAC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디지털 시민의식은 안전한 학교생활과 건강한 관계를 지켜 줍니다.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8C1FF-B759-44BC-ADF8-0FA7C7A9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온라인 행동 하나가 실제 인간관계, 학습 분위기, 개인 안전으로 이어집니다.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1E459F-8C0D-474D-87F3-A764E67D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D8722-65F7-43F1-86D2-50AB7F7E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429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9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C182C-4864-49D2-8574-A4ABA136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관계 보호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DF1B0-AA0C-45CE-8AA7-579AAD21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857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댓글, 채팅, SNS에서의 말 한마디가 친구 관계와 학교 분위기에 큰 영향을 줍니다.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33F99-2CBE-4F0E-8FF3-586648B0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01F39-3692-4A89-A58B-40B82DF0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3429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D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43F63-5F0F-46B1-89FE-76EB6827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학습 보호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FC1AC-766E-4BF0-9EB0-6AC4D7DF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2857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과제 표절, 허위 정보 공유, 무분별한 AI 사용은 배움의 질을 떨어뜨릴 수 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69717-FCF8-4389-8A7F-2C1C2C2D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6700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568DAA-8123-48BD-8447-569F895E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3429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25C56-9420-446E-9D9B-AB3A7D91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자기 보호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4B9920-94E5-46D8-95C6-E7ADE8FE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48050"/>
            <a:ext cx="28575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개인정보 유출, 피싱, 사이버폭력 같은 위험을 예방하는 힘이 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19548-FE23-40C0-B6C0-9F9009B9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핵심 메시지: 디지털 시민의식은 '온라인 예절'을 넘어서 나와 공동체를 지키는 생활 역량입니다.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28214-4EEF-48DE-B7D5-EE052395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Digital Citizenship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C1905A-FE74-49E7-A3BC-E7DDFDB5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08350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654F86-0B2D-4DBC-A827-7FE01E9B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6578C-708D-4FAE-BD12-17298738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2B4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4A826-5EA6-483B-A0BA-8242714A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6A">
              <a:alpha val="1176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22DE8-2AFB-4075-A86C-836D4801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85725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D6C4DD-7763-4FAA-8CD2-C3409D38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C95016D-0032-40E2-A940-393221C6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C91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C91E6"/>
                </a:solidFill>
                <a:latin typeface="Aptos"/>
                <a:ea typeface="Aptos"/>
                <a:cs typeface="Aptos"/>
              </a:rPr>
              <a:t>03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2B67B-77CF-4BD6-A52E-3F05D103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좋은 디지털 시민은 존중, 책임, 참여, 보안을 균형 있게 실천합니다.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781E3D-A54F-4F95-85D6-0DFFEF23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네 가지 요소가 함께 작동할 때 건강한 디지털 문화가 만들어집니다.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644AC-8874-46A0-BFC6-D080C6B6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286000" cy="2571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BE3F4-1747-45C8-A35C-81059C68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3429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9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C2E0D-1452-4A07-9A72-78885380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존중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1D25E-D701-44CC-8A63-8A42CAE8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905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상대의 의견과 감정을 배려하고, 혐오 표현이나 악성 댓글을 멀리합니다.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36D84-0C45-42A2-8AFF-D1A87D4F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2286000" cy="2571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0F7C2-7BE2-4390-9319-6FB3DE1C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3429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F8912-0C37-459C-B621-3CCAF0E3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3845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책임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85DC2-3AA6-4D34-A57B-9F838312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57550"/>
            <a:ext cx="1905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내가 올린 글과 사진, 링크의 결과를 생각하고 저작권을 지킵니다.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9D6D3-3691-4C51-86DB-65CFE1D9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2286000" cy="2571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30895-6A3E-4D62-BF6F-CA252C00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67000"/>
            <a:ext cx="3429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D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946EB-83F6-4697-BB89-D337285A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3845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참여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EDC00-0E92-4D8C-9582-CB34D695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57550"/>
            <a:ext cx="1905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유익한 정보를 나누고, 문제 상황에서 방관하지 않고 도움을 줍니다.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7D360A-6857-441B-861A-1732A8D9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76500"/>
            <a:ext cx="2286000" cy="2571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453331-2769-4E02-A91D-F3205298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67000"/>
            <a:ext cx="3429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6BC77F-B51C-4E19-B168-BA060CA5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3845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보안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8BEFE0-F1D1-4699-BC12-F07CD76E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57550"/>
            <a:ext cx="1905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강한 비밀번호, 2단계 인증, 개인정보 관리로 스스로를 보호합니다.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CF1688-93E2-4BEA-8F37-9751D983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Digital Citizenship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5D09EF-D09E-4155-AEC5-B69011BC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87389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709E42-F258-454B-B4BC-2D0C7836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534D9-0B5F-447A-9F83-32771A1B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91E6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97B2B-11B0-4659-AEBC-2E18F705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6A">
              <a:alpha val="1176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ABAD2-D77E-4975-84BE-6DC50C8B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85725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1E67524-287B-4AA3-83AA-2CF86772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CBFEEF5-C551-4BA7-B0F3-E739070F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C91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C91E6"/>
                </a:solidFill>
                <a:latin typeface="Aptos"/>
                <a:ea typeface="Aptos"/>
                <a:cs typeface="Aptos"/>
              </a:rPr>
              <a:t>04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1F45D-D2BE-46C2-A3EE-1695EC61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작은 습관이 모이면 디지털 시민의식은 일상이 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D4218-DE34-4E6B-B8F0-BFCF9121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지금 바로 실천할 수 있는 행동 기준입니다.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F35C9-4063-4049-A028-2BD74CAF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F1666-69FC-47B1-A33F-B718C4D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3429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9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DB802-2108-4515-A1A1-E7894CAD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457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말과 정보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C86A9-6360-45E5-83D1-1907464B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45720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1. 댓글을 달기 전, 상대가 상처받지 않을지 한 번 더 생각하기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2. 출처를 확인한 뒤 공유하기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3. 사진이나 영상을 올릴 때 타인의 동의 구하기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000A1-2FE3-42D1-8EB5-B3A40A91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9F53C-57B1-4757-8AAB-FE1436ED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3429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D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71747-955A-4446-AD0F-9C52E05F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457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보안과 대응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9D6F8-78A6-4F33-8BE7-835A660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45720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1. 비밀번호를 주기적으로 바꾸고 중복 사용 줄이기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2. 사이버폭력을 보면 캡처 후 신고하고 도움 요청하기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3. AI 도구를 사용할 때는 사실 확인과 자기 생각 덧붙이기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DA9E7-6462-4CED-A459-244883E8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Digital Citizenship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0A2DA-EEDA-4A4B-963E-8D2246DE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519363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C17BA8-AC37-4A13-A42E-808EFC65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A49BA-00E5-4211-80D0-203F1E99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49B37-E530-4748-9E94-82921591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6A">
              <a:alpha val="1176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B313A-72B3-446D-92CA-41ECCDE5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85725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46F013F-E614-4A46-B84C-D1F85303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3F515A7-7D70-48CA-ABA0-76D82E8C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C91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C91E6"/>
                </a:solidFill>
                <a:latin typeface="Aptos"/>
                <a:ea typeface="Aptos"/>
                <a:cs typeface="Aptos"/>
              </a:rPr>
              <a:t>05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583AF-2547-4C15-A2D3-86AEE016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디지털 시민의식이 약해질수록 갈등, 왜곡, 유출 위험은 커집니다.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F0C36-B732-4B84-8455-DE1ACE9F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문제를 알면 예방도 더 쉬워집니다.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BC660-0B5E-429D-B3B2-D332B425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428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7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80208-E53F-4960-A2ED-8A74A1A2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812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사이버폭력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208AA-F403-4045-9417-970E71A9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익명성 뒤에 숨은 공격은 피해자의 일상과 자존감을 크게 흔듭니다.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71186-90FB-46C4-834F-AB754DFE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286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D46CC-0E86-441C-A210-7EE3D792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290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가짜 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0877C-1290-4DDB-BD32-630B8600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099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확인되지 않은 콘텐츠는 편견과 혼란을 빠르게 확산시킵니다.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482BC-C7F3-47B1-B925-2F9884D2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3143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C9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871CB-2FB8-48D3-ABBF-A67DEC10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76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개인정보 유출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EBFBB-8C78-4212-A093-2248185F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5770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위치, 연락처, 사진 정보가 노출되면 사칭과 범죄로 이어질 수 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EC242E-6240-403E-8824-DF7818FA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C91E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C91E6"/>
                </a:solidFill>
                <a:latin typeface="Aptos"/>
                <a:ea typeface="Aptos"/>
                <a:cs typeface="Aptos"/>
              </a:rPr>
              <a:t>예방 원칙: 멈추기 → 확인하기 → 기록하기 → 도움 요청하기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1FC4F-944B-4021-842D-9DE0BA28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Digital Citizenship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7E662-EBAB-4BB1-A308-B108ADC4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168824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7312B4-B505-465B-AD9B-A4A8AD8C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D2F01-E4A7-4EAD-BD0D-E25E25D7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2B4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AD3DA-36A5-43D6-950D-83ABD4CE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6A">
              <a:alpha val="1176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662FC-79CF-457D-B553-FFD2D352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85725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B627835-2165-4213-913C-E5DFF66B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D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696AA19-0D36-4AA0-806D-04815316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C91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C91E6"/>
                </a:solidFill>
                <a:latin typeface="Aptos"/>
                <a:ea typeface="Aptos"/>
                <a:cs typeface="Aptos"/>
              </a:rPr>
              <a:t>06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4AC17-C611-48E6-B539-C42F8489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학교와 가정이 함께 기준을 세울 때 실천은 더 오래갑니다.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2831C-B723-4917-B934-DF327FDB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개인 노력만으로는 한계가 있으므로 공동 규칙과 대화가 필요합니다.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19E01-0BAE-448B-A7AD-DA2FA079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3B260-D9A6-4C82-8991-C7E6390F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3429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C91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2F6E5-E175-449D-BC3E-9F6DC99F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학생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CDB4D-CF5F-4AD3-9DBF-6C2FFB66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667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친절한 언어 사용</a:t>
            </a:r>
          </a:p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출처 확인 후 공유</a:t>
            </a:r>
          </a:p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피해 상황 기록과 신고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A1428-39F2-4227-82B2-A358B333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F8D14-1B74-4EF0-A3E9-298ECFFF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62250"/>
            <a:ext cx="3429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1D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0FC2A-075C-4D3C-8CBB-6601A112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학교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93123-CE74-44E8-9824-D70A98D4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2667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정기적인 디지털 윤리 교육</a:t>
            </a:r>
          </a:p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학급 채팅 규칙 만들기</a:t>
            </a:r>
          </a:p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사이버폭력 대응 체계 안내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53618-F713-45C7-95E4-9327AB7F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71750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8EE66-7753-4F5E-807D-7BC66941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62250"/>
            <a:ext cx="3429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F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29770-CF6A-45D8-90D8-ACAA5AD3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337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가정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6D4565-E3BB-4FF5-B7D5-9E46D7FD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52800"/>
            <a:ext cx="2667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대화 중심의 미디어 지도</a:t>
            </a:r>
          </a:p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스크린 사용 습관 점검</a:t>
            </a:r>
          </a:p>
          <a:p xmlns:a="http://schemas.openxmlformats.org/drawingml/2006/main">
            <a:pPr algn="l">
              <a:defRPr sz="12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개인정보 보호 함께 실천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C19AF-B406-4DCB-80BB-250BEF63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Digital Citizenship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3119BB-5877-4CBC-B06A-D7FBB6C0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517497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904CD1-6E7F-432A-A24E-E2624215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75C94-54FC-4F85-B847-6E3A6D27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-1333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91E6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BE588-9F57-4E5E-9CFE-30BACC52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6A">
              <a:alpha val="1176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643D2-9E38-4CF8-95CD-81E71021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-857250"/>
            <a:ext cx="2667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D373F-A812-49B7-ABC5-A099A378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14450"/>
            <a:ext cx="990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좋은 디지털 시민은</a:t>
            </a:r>
          </a:p>
          <a:p xmlns:a="http://schemas.openxmlformats.org/drawingml/2006/main">
            <a:pPr algn="ctr">
              <a:defRPr sz="31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좋은 세상을 온라인에서도 만듭니다.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6E810-4C05-46BC-BD5E-B3297736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742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존중하고, 확인하고, 보호하고, 책임지기.</a:t>
            </a:r>
          </a:p>
          <a:p xmlns:a="http://schemas.openxmlformats.org/drawingml/2006/main">
            <a:pPr algn="ctr">
              <a:defRPr sz="180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이 네 가지 실천이 건강한 디지털 공동체의 시작입니다.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8F3F7-141A-4EA7-82CA-9112966C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590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84A94-E8A7-4BDB-BF64-B34091FA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00550"/>
            <a:ext cx="514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C91E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C91E6"/>
                </a:solidFill>
                <a:latin typeface="Aptos"/>
                <a:ea typeface="Aptos"/>
                <a:cs typeface="Aptos"/>
              </a:rPr>
              <a:t>“나는 온라인에서도 배려와 책임을 실천하는 시민이 되겠습니다.”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B943A-A094-4D43-B433-38001FA3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Digital Citizenship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C2F8C-1C8A-4C4E-B13D-E2BEF808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B6B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8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47434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2026-05-24T13:46:22.4920000Z</dcterms:created>
  <dcterms:modified xsi:type="dcterms:W3CDTF">2026-05-24T13:46:22.4920000Z</dcterms:modified>
</coreProperties>
</file>